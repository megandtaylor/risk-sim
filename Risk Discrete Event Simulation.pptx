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ink/ink1.xml" ContentType="application/inkml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" r:id="rId5"/>
    <p:sldId id="271" r:id="rId6"/>
    <p:sldId id="268" r:id="rId7"/>
    <p:sldId id="269" r:id="rId8"/>
    <p:sldId id="270" r:id="rId9"/>
    <p:sldId id="257" r:id="rId10"/>
    <p:sldId id="272" r:id="rId11"/>
    <p:sldId id="260" r:id="rId12"/>
    <p:sldId id="261" r:id="rId13"/>
    <p:sldId id="258" r:id="rId14"/>
    <p:sldId id="262" r:id="rId15"/>
    <p:sldId id="264" r:id="rId16"/>
    <p:sldId id="259" r:id="rId17"/>
    <p:sldId id="263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679B9-1619-4F12-8683-47DE9F5AB4C6}" v="1311" dt="2021-04-30T02:55:44.322"/>
    <p1510:client id="{33E8ED66-AD44-4CCC-B738-99D2B90D5078}" v="475" dt="2021-04-30T03:09:38.932"/>
    <p1510:client id="{B5229581-5699-22B6-9C42-D3B5C31BF19A}" v="1" dt="2021-04-30T00:52:2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/>
              <a:t>Bonus Armies vs Number</a:t>
            </a:r>
            <a:r>
              <a:rPr lang="en-US" sz="2000" baseline="0"/>
              <a:t> of Invasion Paths</a:t>
            </a:r>
            <a:endParaRPr lang="en-US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Bonus Armies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20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189A29C2-77F1-40B4-B9A4-4E228061965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376E-43EB-8FF0-BDC1FA58C75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A02DD02-BC83-47D8-9934-5868C941069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76E-43EB-8FF0-BDC1FA58C75B}"/>
                </c:ext>
              </c:extLst>
            </c:dLbl>
            <c:dLbl>
              <c:idx val="2"/>
              <c:layout>
                <c:manualLayout>
                  <c:x val="-3.1717466060981005E-2"/>
                  <c:y val="-5.2671108419139918E-2"/>
                </c:manualLayout>
              </c:layout>
              <c:tx>
                <c:rich>
                  <a:bodyPr/>
                  <a:lstStyle/>
                  <a:p>
                    <a:fld id="{1000832A-E9B0-4C9C-9549-3DCA53E2B29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376E-43EB-8FF0-BDC1FA58C75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50D1EC7-0E26-465A-BECD-8DE69819F81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76E-43EB-8FF0-BDC1FA58C75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2A7AB42-D134-4A00-99DA-4E974E0251F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76E-43EB-8FF0-BDC1FA58C75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3E1C71A-9072-4776-BBEA-92190A66EEE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76E-43EB-8FF0-BDC1FA58C7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2</c:v>
                </c:pt>
                <c:pt idx="3">
                  <c:v>8</c:v>
                </c:pt>
                <c:pt idx="4">
                  <c:v>6</c:v>
                </c:pt>
                <c:pt idx="5">
                  <c:v>1</c:v>
                </c:pt>
              </c:numCache>
            </c:numRef>
          </c:xVal>
          <c:y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7</c:v>
                </c:pt>
                <c:pt idx="4">
                  <c:v>3</c:v>
                </c:pt>
                <c:pt idx="5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Sheet1!$A$2:$A$7</c15:f>
                <c15:dlblRangeCache>
                  <c:ptCount val="6"/>
                  <c:pt idx="0">
                    <c:v>N America</c:v>
                  </c:pt>
                  <c:pt idx="1">
                    <c:v>Europe</c:v>
                  </c:pt>
                  <c:pt idx="2">
                    <c:v>S America</c:v>
                  </c:pt>
                  <c:pt idx="3">
                    <c:v>Asia</c:v>
                  </c:pt>
                  <c:pt idx="4">
                    <c:v>Africa</c:v>
                  </c:pt>
                  <c:pt idx="5">
                    <c:v>Australia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376E-43EB-8FF0-BDC1FA58C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5418991"/>
        <c:axId val="205419407"/>
      </c:scatterChart>
      <c:valAx>
        <c:axId val="2054189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/>
                  <a:t>Invasion Path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19407"/>
        <c:crosses val="autoZero"/>
        <c:crossBetween val="midCat"/>
      </c:valAx>
      <c:valAx>
        <c:axId val="205419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/>
                  <a:t>Bonus Armies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41899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4-30T02:58:40.406"/>
    </inkml:context>
    <inkml:brush xml:id="br0">
      <inkml:brushProperty name="width" value="0.1" units="cm"/>
      <inkml:brushProperty name="height" value="0.6" units="cm"/>
      <inkml:brushProperty name="color" value="#FFFFFF"/>
      <inkml:brushProperty name="inkEffects" value="pencil"/>
    </inkml:brush>
  </inkml:definitions>
  <inkml:trace contextRef="#ctx0" brushRef="#br0">0 183 1695 268718 72676,'4'-14'168'0'0,"3"-11"-72"0"0,2-8 96 0 0,2-4-192 0 0,0-3-256 0 0,-2 7-1639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86E7B-AF0F-4CFF-A9DD-55C1D11B7399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1A9D6-A2A6-4F7E-A914-1821E0B85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D28A3-E1F1-452A-9FFA-E5A1784F4F43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ADA3A-50F3-4CC1-B5E1-B73DFE9F60C0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92729-98C9-4805-A9F1-5681FFC8DB9B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8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77D7-9708-440B-BFDD-D596286D71A5}" type="datetime1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4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944D-ADEB-4302-A36E-16C748552DAC}" type="datetime1">
              <a:rPr lang="en-US" smtClean="0"/>
              <a:t>8/26/2022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5CDF0-E9C4-4719-BEFF-605685C14942}" type="datetime1">
              <a:rPr lang="en-US" smtClean="0"/>
              <a:t>8/26/2022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5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841CA-4623-4FBB-9123-D2297ADE01E3}" type="datetime1">
              <a:rPr lang="en-US" smtClean="0"/>
              <a:t>8/26/2022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3ADB-C9BC-4434-AC82-9780C5F10145}" type="datetime1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6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EE344-237D-4278-9C9E-0F07DDE48810}" type="datetime1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98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9A57C-1784-41C7-9651-17181682D383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2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752-E156-422D-B4FF-EAE6AE850035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7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29A7A-B6AA-4D7B-8EBC-208C045DFD48}" type="datetime1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198A4-0593-4567-A6CA-70FF11182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8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8">
            <a:extLst>
              <a:ext uri="{FF2B5EF4-FFF2-40B4-BE49-F238E27FC236}">
                <a16:creationId xmlns:a16="http://schemas.microsoft.com/office/drawing/2014/main" id="{A4FB2F3E-259B-4650-B258-F09745BAA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10">
            <a:extLst>
              <a:ext uri="{FF2B5EF4-FFF2-40B4-BE49-F238E27FC236}">
                <a16:creationId xmlns:a16="http://schemas.microsoft.com/office/drawing/2014/main" id="{084C5BAC-71DF-48C0-AB51-699516D3B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6742FA10-28D2-4023-A08B-427E93706E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BC497CE0-1368-4C66-923F-CA97C35ED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96D638D-D7BB-43E9-BC7A-6FBBDB507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207DB018-8F92-42DF-A1CA-065C774E6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BB2A6006-A798-4927-B799-42A45D5B1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3F6DB3F4-548A-4D02-A6CC-D5275E6C85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F4A59-DDA2-427E-802B-9056AD99C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BF086A79-DD15-4D5E-A197-9ADE0ACFD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CCB86A9C-D602-4645-AF2E-7BADDF1E9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1C6649F-C4FA-423E-A09A-1B286FAE2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F00891A4-E0CB-4F23-AD2A-4A2108753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0688C71A-541C-4CD1-9821-92958FFC0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B5F5BDE4-42C0-4408-B6A9-B35D037F15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B215F5C9-B825-47D1-8E5B-AE5BE61A4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8FDD346A-E62F-4D05-B776-13CE8F35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C1037E36-F1A3-4462-A9C6-C94A78146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0D539D8-C2C4-45F9-9778-440E86248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8B003199-95C6-4E08-9D5D-E53DAF421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6A2507B4-2AA4-44A1-93B1-D65EC73AF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F6579E-F1D2-4672-9F77-CE2C3740D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36" y="1261872"/>
            <a:ext cx="8238744" cy="3118104"/>
          </a:xfrm>
        </p:spPr>
        <p:txBody>
          <a:bodyPr>
            <a:normAutofit/>
          </a:bodyPr>
          <a:lstStyle/>
          <a:p>
            <a:pPr algn="l"/>
            <a:r>
              <a:rPr lang="en-US" sz="6800">
                <a:ln w="22225">
                  <a:noFill/>
                </a:ln>
              </a:rPr>
              <a:t>Discrete Event Simulation of Risk™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420-92D0-4E94-AC64-5A8A7C98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36" y="4562856"/>
            <a:ext cx="8238744" cy="1225296"/>
          </a:xfrm>
        </p:spPr>
        <p:txBody>
          <a:bodyPr>
            <a:normAutofit/>
          </a:bodyPr>
          <a:lstStyle/>
          <a:p>
            <a:pPr algn="l"/>
            <a:r>
              <a:rPr lang="en-US"/>
              <a:t>Megan and Mary Taylor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56475-5A8B-442A-955A-03B7A7FC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6024" y="320040"/>
            <a:ext cx="914400" cy="3200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2198A4-0593-4567-A6CA-70FF11182409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83CB2632-0822-4E49-A707-FA1B8A4D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35823" y="3320139"/>
            <a:ext cx="300774" cy="2592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810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665F-3B4A-4644-A84A-80D7C662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1876-8882-41DB-957B-CCEFB642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Game Play</a:t>
            </a:r>
          </a:p>
          <a:p>
            <a:r>
              <a:rPr lang="en-US"/>
              <a:t>History of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A29D6-DDEE-4120-8226-4B6C791C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99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9CB9-8B2D-4BBE-B155-F9D34C81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DC1A4-1396-40E2-A1F7-0BDA88B3C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model shall…</a:t>
            </a:r>
          </a:p>
          <a:p>
            <a:pPr lvl="1"/>
            <a:r>
              <a:rPr lang="en-US"/>
              <a:t>Determine the probability of world domination when having conquered each continent/set of continent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7DB65-7222-43B7-9613-A171DFD0E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38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4904-7DD1-4210-A37E-2C43FE8C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and Need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88A2C-68B3-414C-B160-D72C7B7D7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Risk uses both probability and strategy throughout the game.</a:t>
            </a:r>
          </a:p>
          <a:p>
            <a:r>
              <a:rPr lang="en-US"/>
              <a:t>Key strategies or key events that are most beneficial to success are unknown</a:t>
            </a:r>
          </a:p>
          <a:p>
            <a:r>
              <a:rPr lang="en-US"/>
              <a:t>There is a need for analysis to determine the best strategies and actions to take to lead to world domination.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ADE4E-D88D-4328-B966-D79D2AED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27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C218-02E0-4A41-94BE-FA2355FD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6AF2F-07F7-4225-86B0-5FB57CA7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5F4540-08CA-4E2D-845F-A386CF2C2826}"/>
                  </a:ext>
                </a:extLst>
              </p14:cNvPr>
              <p14:cNvContentPartPr/>
              <p14:nvPr/>
            </p14:nvContentPartPr>
            <p14:xfrm>
              <a:off x="4300295" y="3022622"/>
              <a:ext cx="18720" cy="66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5F4540-08CA-4E2D-845F-A386CF2C28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1295" y="3013982"/>
                <a:ext cx="36360" cy="8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188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52F6-8DC8-4C18-B697-8045C266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4600-E412-44C0-A1C8-3FD01FC4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Players keep the same strategy throughout the game.</a:t>
            </a:r>
          </a:p>
          <a:p>
            <a:r>
              <a:rPr lang="en-US" dirty="0">
                <a:cs typeface="Calibri"/>
              </a:rPr>
              <a:t>Players use the maximum number of dice they can roll 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85BE4-88FC-481D-9FA8-0F139AD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26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B789-9442-4379-891B-A9F9ECEC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Winning Player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A9A56-D46B-4626-B41F-DDE8D12D2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968C0-0237-4E4B-8FA2-784B72FF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5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39B7-1839-4A25-9565-2D170223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To-Do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45451-1301-4EC1-8079-DCE233CEA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Board as network that contain the markers:</a:t>
            </a:r>
          </a:p>
          <a:p>
            <a:pPr lvl="1"/>
            <a:r>
              <a:rPr lang="en-US"/>
              <a:t>What territories your armies are in</a:t>
            </a:r>
          </a:p>
          <a:p>
            <a:pPr lvl="1"/>
            <a:r>
              <a:rPr lang="en-US"/>
              <a:t>How many of your armies are in each territory</a:t>
            </a:r>
          </a:p>
          <a:p>
            <a:pPr lvl="1"/>
            <a:r>
              <a:rPr lang="en-US"/>
              <a:t>What territories your opponents' armies are in</a:t>
            </a:r>
          </a:p>
          <a:p>
            <a:pPr lvl="1"/>
            <a:r>
              <a:rPr lang="en-US"/>
              <a:t>How many armies your opponents have in each territory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AA7D1-4313-4DC6-AAF2-01684233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12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D6BB-7AE9-4C69-AF9B-A28F15C3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5B09-0809-4F5C-A6A6-BD74878E8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Inputs</a:t>
            </a:r>
          </a:p>
          <a:p>
            <a:pPr lvl="1"/>
            <a:r>
              <a:rPr lang="en-US"/>
              <a:t>Probability Threshold to attack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E5143-716D-4D0A-A152-F4F68783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7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1EA81-4C8D-47A1-B497-847286A87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39DA9-7949-4C56-B34B-8C5CD21D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Strategies of where to place Armies:</a:t>
            </a:r>
            <a:endParaRPr lang="en-US"/>
          </a:p>
          <a:p>
            <a:pPr lvl="1"/>
            <a:r>
              <a:rPr lang="en-US">
                <a:cs typeface="Calibri"/>
              </a:rPr>
              <a:t>Defensive</a:t>
            </a:r>
          </a:p>
          <a:p>
            <a:pPr lvl="2"/>
            <a:r>
              <a:rPr lang="en-US" dirty="0">
                <a:cs typeface="Calibri"/>
              </a:rPr>
              <a:t>On Borders of your own territories</a:t>
            </a:r>
            <a:endParaRPr lang="en-US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On territories that have fewest armies</a:t>
            </a:r>
            <a:endParaRPr lang="en-US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On territories that have most armies</a:t>
            </a:r>
            <a:endParaRPr lang="en-US"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On territories bordering enemy armies-proportional to their army size</a:t>
            </a:r>
            <a:endParaRPr lang="en-US">
              <a:cs typeface="Calibri"/>
            </a:endParaRPr>
          </a:p>
          <a:p>
            <a:pPr lvl="1"/>
            <a:r>
              <a:rPr lang="en-US">
                <a:cs typeface="Calibri"/>
              </a:rPr>
              <a:t>Offensive</a:t>
            </a:r>
          </a:p>
          <a:p>
            <a:pPr lvl="2"/>
            <a:r>
              <a:rPr lang="en-US">
                <a:cs typeface="Calibri"/>
              </a:rPr>
              <a:t>Place where enemy armies are weak</a:t>
            </a:r>
          </a:p>
          <a:p>
            <a:r>
              <a:rPr lang="en-US" dirty="0">
                <a:cs typeface="Calibri"/>
              </a:rPr>
              <a:t>Strategies of where to attack:</a:t>
            </a:r>
          </a:p>
          <a:p>
            <a:pPr lvl="1"/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485F5-9B8F-4D2D-8064-372059E6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85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DCE1-11EE-44E1-B840-4889EF52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06D3-7395-4108-B324-2E2882735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cs typeface="Calibri"/>
              </a:rPr>
              <a:t>What is the best order to acquire territories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E7F74-D375-4ACD-9B72-616CE0EC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34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4377-5C25-437E-9C0B-FDEA7C640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US"/>
              <a:t>Bonus Armies vs Number</a:t>
            </a:r>
            <a:r>
              <a:rPr lang="en-US" baseline="0"/>
              <a:t> of Invasion Paths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3005F7-7B9B-4DAD-AF45-A5DF7975A8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879832"/>
              </p:ext>
            </p:extLst>
          </p:nvPr>
        </p:nvGraphicFramePr>
        <p:xfrm>
          <a:off x="4918587" y="642938"/>
          <a:ext cx="6939115" cy="557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0EE2A-F42D-407A-8806-01495B34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92198A4-0593-4567-A6CA-70FF11182409}" type="slidenum">
              <a:rPr lang="en-US" smtClean="0">
                <a:solidFill>
                  <a:schemeClr val="tx1">
                    <a:alpha val="7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290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B54C-0F3E-4F24-9D10-1FD41BF0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Probabilities of Conquering the Enemy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D5E7A-2725-422E-85A1-F4109B672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05862" y="1057265"/>
            <a:ext cx="6019331" cy="4740223"/>
          </a:xfrm>
          <a:prstGeom prst="rect">
            <a:avLst/>
          </a:prstGeom>
          <a:effectLst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5DC5B-99D7-4336-AFD1-F22C0130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EA9FF4-2A58-4B50-B6F6-5AFD6B236845}"/>
              </a:ext>
            </a:extLst>
          </p:cNvPr>
          <p:cNvSpPr txBox="1">
            <a:spLocks/>
          </p:cNvSpPr>
          <p:nvPr/>
        </p:nvSpPr>
        <p:spPr>
          <a:xfrm>
            <a:off x="648931" y="2438400"/>
            <a:ext cx="3505494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Developed using a Monte Carlo Simulation of Dice Rolls and the rules of the game</a:t>
            </a:r>
          </a:p>
        </p:txBody>
      </p:sp>
    </p:spTree>
    <p:extLst>
      <p:ext uri="{BB962C8B-B14F-4D97-AF65-F5344CB8AC3E}">
        <p14:creationId xmlns:p14="http://schemas.microsoft.com/office/powerpoint/2010/main" val="4110271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9C78-93F1-4519-9BA1-0F26AA5E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C2026-D9A6-4F49-971A-D6EDADE3B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Classes</a:t>
            </a:r>
          </a:p>
          <a:p>
            <a:pPr lvl="1"/>
            <a:r>
              <a:rPr lang="en-US"/>
              <a:t>Board</a:t>
            </a:r>
          </a:p>
          <a:p>
            <a:pPr lvl="2"/>
            <a:r>
              <a:rPr lang="en-US"/>
              <a:t>Make Board</a:t>
            </a:r>
          </a:p>
          <a:p>
            <a:pPr lvl="2"/>
            <a:r>
              <a:rPr lang="en-US"/>
              <a:t>Place Initial Armies</a:t>
            </a:r>
          </a:p>
          <a:p>
            <a:pPr lvl="1"/>
            <a:r>
              <a:rPr lang="en-US"/>
              <a:t>Player</a:t>
            </a:r>
          </a:p>
          <a:p>
            <a:pPr lvl="2"/>
            <a:r>
              <a:rPr lang="en-US"/>
              <a:t>Roll Dice</a:t>
            </a:r>
          </a:p>
          <a:p>
            <a:pPr lvl="2"/>
            <a:r>
              <a:rPr lang="en-US"/>
              <a:t>Attack</a:t>
            </a:r>
          </a:p>
          <a:p>
            <a:pPr lvl="2"/>
            <a:r>
              <a:rPr lang="en-US"/>
              <a:t>Draw Cards</a:t>
            </a:r>
          </a:p>
          <a:p>
            <a:pPr lvl="2"/>
            <a:r>
              <a:rPr lang="en-US"/>
              <a:t>Place Armies</a:t>
            </a:r>
          </a:p>
          <a:p>
            <a:pPr lvl="3"/>
            <a:r>
              <a:rPr lang="en-US"/>
              <a:t>Get </a:t>
            </a:r>
            <a:r>
              <a:rPr lang="en-US">
                <a:cs typeface="Calibri"/>
              </a:rPr>
              <a:t>territories</a:t>
            </a:r>
            <a:r>
              <a:rPr lang="en-US"/>
              <a:t> (based on enemy armies, your own armies…)</a:t>
            </a:r>
          </a:p>
          <a:p>
            <a:pPr lvl="1"/>
            <a:r>
              <a:rPr lang="en-US"/>
              <a:t>Cards</a:t>
            </a:r>
          </a:p>
          <a:p>
            <a:pPr lvl="2"/>
            <a:r>
              <a:rPr lang="en-US"/>
              <a:t>Draw Pile</a:t>
            </a:r>
          </a:p>
          <a:p>
            <a:pPr lvl="2"/>
            <a:r>
              <a:rPr lang="en-US"/>
              <a:t>Discard Pile</a:t>
            </a:r>
          </a:p>
          <a:p>
            <a:pPr lvl="1"/>
            <a:r>
              <a:rPr lang="en-US"/>
              <a:t>Dice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0D38B-798F-43D7-BDA8-B7C39EDA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0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9D7A-1D4E-4E51-9F9C-5C8D031A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RISK™ Game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9510-5CE1-401C-A7C3-348A61023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Game Set-up</a:t>
            </a:r>
          </a:p>
          <a:p>
            <a:pPr lvl="1"/>
            <a:r>
              <a:rPr lang="en-US" dirty="0"/>
              <a:t>Give all players their sets of countries</a:t>
            </a:r>
          </a:p>
          <a:p>
            <a:pPr lvl="1"/>
            <a:r>
              <a:rPr lang="en-US" dirty="0"/>
              <a:t>Players place armies based on given countries</a:t>
            </a:r>
          </a:p>
          <a:p>
            <a:r>
              <a:rPr lang="en-US" dirty="0"/>
              <a:t>Game Play</a:t>
            </a:r>
          </a:p>
          <a:p>
            <a:pPr lvl="1"/>
            <a:r>
              <a:rPr lang="en-US" dirty="0" err="1"/>
              <a:t>i</a:t>
            </a:r>
            <a:r>
              <a:rPr lang="en-US" dirty="0"/>
              <a:t> := 1..n (number of players)</a:t>
            </a:r>
          </a:p>
          <a:p>
            <a:pPr lvl="1"/>
            <a:r>
              <a:rPr lang="en-US" dirty="0"/>
              <a:t>Player </a:t>
            </a:r>
            <a:r>
              <a:rPr lang="en-US" dirty="0" err="1"/>
              <a:t>i</a:t>
            </a:r>
            <a:r>
              <a:rPr lang="en-US" dirty="0"/>
              <a:t> gathers their armies based on:</a:t>
            </a:r>
          </a:p>
          <a:p>
            <a:pPr lvl="2"/>
            <a:r>
              <a:rPr lang="en-US" dirty="0"/>
              <a:t>number of countries conquered</a:t>
            </a:r>
          </a:p>
          <a:p>
            <a:pPr lvl="2"/>
            <a:r>
              <a:rPr lang="en-US" dirty="0"/>
              <a:t>Conquered continent bonus</a:t>
            </a:r>
          </a:p>
          <a:p>
            <a:pPr lvl="2"/>
            <a:r>
              <a:rPr lang="en-US" dirty="0"/>
              <a:t>Turn in cards for armies</a:t>
            </a:r>
          </a:p>
          <a:p>
            <a:pPr lvl="1"/>
            <a:r>
              <a:rPr lang="en-US" dirty="0"/>
              <a:t>Player </a:t>
            </a:r>
            <a:r>
              <a:rPr lang="en-US" dirty="0" err="1"/>
              <a:t>i</a:t>
            </a:r>
            <a:r>
              <a:rPr lang="en-US" dirty="0"/>
              <a:t> places their armies</a:t>
            </a:r>
          </a:p>
          <a:p>
            <a:pPr lvl="1"/>
            <a:r>
              <a:rPr lang="en-US" dirty="0"/>
              <a:t>Player </a:t>
            </a:r>
            <a:r>
              <a:rPr lang="en-US" dirty="0" err="1"/>
              <a:t>i</a:t>
            </a:r>
            <a:r>
              <a:rPr lang="en-US" dirty="0"/>
              <a:t> decides if/where to attack</a:t>
            </a:r>
          </a:p>
          <a:p>
            <a:pPr lvl="2"/>
            <a:r>
              <a:rPr lang="en-US" dirty="0"/>
              <a:t>Rolls dice to attack -&gt; removes armies if lose</a:t>
            </a:r>
          </a:p>
          <a:p>
            <a:pPr lvl="3"/>
            <a:r>
              <a:rPr lang="en-US" dirty="0"/>
              <a:t>Draw 1 card if conquer country</a:t>
            </a:r>
          </a:p>
          <a:p>
            <a:pPr lvl="1"/>
            <a:r>
              <a:rPr lang="en-US"/>
              <a:t>Make strategic move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E2F76-1610-49F9-AA20-C12451A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15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16BBF6-F8E9-4C74-BE10-6D6FD6E5E12A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603001" y="4652645"/>
            <a:ext cx="1798117" cy="3980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2EF602-F5BA-4B6B-BB3C-32673B1B6246}"/>
              </a:ext>
            </a:extLst>
          </p:cNvPr>
          <p:cNvSpPr txBox="1"/>
          <p:nvPr/>
        </p:nvSpPr>
        <p:spPr>
          <a:xfrm>
            <a:off x="7401118" y="4467979"/>
            <a:ext cx="2020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Based on Strategies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8A5CAA-29A7-47D2-877D-17D370491979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790884" y="4652645"/>
            <a:ext cx="2610234" cy="896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281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0E02-7812-4C51-A289-8A8FBCD9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DB9E3-4E6B-4812-97ED-368EB4A5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AI to determine the best move</a:t>
            </a:r>
          </a:p>
          <a:p>
            <a:r>
              <a:rPr lang="en-US" dirty="0"/>
              <a:t>Build AI to determine probability of winning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42150-8E48-497A-BC73-3DD40DA2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198A4-0593-4567-A6CA-70FF111824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81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20E0F227440B429A3986B6B59C21F0" ma:contentTypeVersion="8" ma:contentTypeDescription="Create a new document." ma:contentTypeScope="" ma:versionID="056b8c7e505ac0f1e77f8244b2108505">
  <xsd:schema xmlns:xsd="http://www.w3.org/2001/XMLSchema" xmlns:xs="http://www.w3.org/2001/XMLSchema" xmlns:p="http://schemas.microsoft.com/office/2006/metadata/properties" xmlns:ns3="2459bd0b-f916-4c5e-be63-1a66b8868f98" xmlns:ns4="4de6b620-28e2-4de7-8c7c-941e632255d3" targetNamespace="http://schemas.microsoft.com/office/2006/metadata/properties" ma:root="true" ma:fieldsID="92e713d22502be5f0bbce4b96c3d3dc1" ns3:_="" ns4:_="">
    <xsd:import namespace="2459bd0b-f916-4c5e-be63-1a66b8868f98"/>
    <xsd:import namespace="4de6b620-28e2-4de7-8c7c-941e632255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59bd0b-f916-4c5e-be63-1a66b8868f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e6b620-28e2-4de7-8c7c-941e632255d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2D3D29-CC75-45F3-972A-BDF97DCAD8C2}">
  <ds:schemaRefs>
    <ds:schemaRef ds:uri="2459bd0b-f916-4c5e-be63-1a66b8868f98"/>
    <ds:schemaRef ds:uri="4de6b620-28e2-4de7-8c7c-941e632255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B07C1BA-B386-46A2-BB1C-2DD670168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6F846D-FB8F-4942-8B0B-CC93E04A9C2F}">
  <ds:schemaRefs>
    <ds:schemaRef ds:uri="2459bd0b-f916-4c5e-be63-1a66b8868f98"/>
    <ds:schemaRef ds:uri="4de6b620-28e2-4de7-8c7c-941e632255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413</Words>
  <Application>Microsoft Office PowerPoint</Application>
  <PresentationFormat>Widescreen</PresentationFormat>
  <Paragraphs>97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Discrete Event Simulation of Risk™</vt:lpstr>
      <vt:lpstr>Context Analysis</vt:lpstr>
      <vt:lpstr>Requirements</vt:lpstr>
      <vt:lpstr>Problem and Need Statement</vt:lpstr>
      <vt:lpstr>CONOPS</vt:lpstr>
      <vt:lpstr>Assumptions</vt:lpstr>
      <vt:lpstr>Determining Winning Player</vt:lpstr>
      <vt:lpstr>To-Do</vt:lpstr>
      <vt:lpstr>Design of Experiment</vt:lpstr>
      <vt:lpstr>Design Alternatives</vt:lpstr>
      <vt:lpstr>Analysis</vt:lpstr>
      <vt:lpstr>Bonus Armies vs Number of Invasion Paths</vt:lpstr>
      <vt:lpstr>Probabilities of Conquering the Enemy</vt:lpstr>
      <vt:lpstr>Code Architecture</vt:lpstr>
      <vt:lpstr>Steps of RISK™ Game Play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Taylor</dc:creator>
  <cp:lastModifiedBy>Megan Taylor</cp:lastModifiedBy>
  <cp:revision>2</cp:revision>
  <dcterms:created xsi:type="dcterms:W3CDTF">2021-04-27T02:48:28Z</dcterms:created>
  <dcterms:modified xsi:type="dcterms:W3CDTF">2022-08-26T22:34:23Z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0x010100FD20E0F227440B429A3986B6B59C21F0</vt:lpwstr>
  </property>
</Properties>
</file>